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Investigadores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8229600" cy="2743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334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Usa la IA como agente en Visual Studio Code · Sesión práctica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06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⏱ ~60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42062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206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👥 Investigadores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206240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2062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💻 VS Code + Copilot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566928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1F7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950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Contexto y motivación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0700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¿Qué es un agente IA? · ¿Por qué VS Code?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81912"/>
            <a:ext cx="64008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8191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Copilot en VS 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Chat lateral · Inline · prompts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249424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249424"/>
            <a:ext cx="64008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942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9F27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MATLAB en VS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54203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Extensión oficial · Copilot escribe .m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916936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16936"/>
            <a:ext cx="64008" cy="56692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1693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71F7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y GitHub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0954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Repo · commit · push · pull · clone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84448"/>
            <a:ext cx="64008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8444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87705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Contenedor reproducible · Dockerfile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251960"/>
            <a:ext cx="64008" cy="56692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519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8166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4288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Práctica guiada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54456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Tú en el teclado con tu propio código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agente IA?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31520"/>
          </a:xfrm>
          <a:prstGeom prst="rect">
            <a:avLst/>
          </a:prstGeom>
          <a:solidFill>
            <a:srgbClr val="0C1A2E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9E5"/>
                </a:solidFill>
              </a:rPr>
              <a:t>💡  Analogía: es como tener un colaborador que conoce todos tus ficheros, entiende lo que estás haciendo y puede escribir, editar y explicar código usando lenguaje natural.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42062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745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es un chatbot genérico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Conoce el contexto de tu proyecto, tus ficheros y tu código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2062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8745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9659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Puede escribir y editar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Genera código nuevo, corrige errores, añade comentarios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2062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63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1546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Entiende lenguaje natural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Le hablas como a un colega, no hace falta saber programar bien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2062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0632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1546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 todo tu workspace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 @workspace accede a todos los archivos del proyecto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agentes IA en tu investigación?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47548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Sin agente 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2062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Buscas en Stack Overflow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122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Traduces MATLAB a mano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Documentas al final (o nunca)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19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El entorno falla en otra máquina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9227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El mensaje de commit es 'cambios'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0624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1440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Con agente 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389888"/>
            <a:ext cx="42062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08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Le preguntas directamente en tu editor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Copilot traduce en 30 segundos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715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Documenta mientras escribes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319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Docker garantiza reproducibilidad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9227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Copilot escribe el mensaje por ti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Visual Studio Code?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Un solo editor para todo tu flujo de trabajo científico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Copilot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Agente IA integrado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6187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MATLAB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Extensión oficial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6187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/ 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Kernels Jupyter incluidos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integrado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Control de versiones visual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99923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🐳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0040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Entornos reproducibles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2999232"/>
            <a:ext cx="27432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3136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8076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700k+ extensiones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807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Todo lo que necesitas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— el modo principal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¿Qué es?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El panel lateral derecho de VS Code donde escribes en lenguaje natural y Copilot responde con código, explicaciones o sugerencias.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¿Cuándo usarlo?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·  Entender código que no escribiste tú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·  Traducir entre lenguajes (MATLAB→Python)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·  Pedir explicaciones paso a paso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684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·  Generar Dockerfiles o scripts nuevos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07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·  Depurar errores: pega el error y pregunta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42062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914400"/>
            <a:ext cx="42062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CHAT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463040"/>
            <a:ext cx="2971800" cy="685800"/>
          </a:xfrm>
          <a:prstGeom prst="roundRect">
            <a:avLst>
              <a:gd name="adj" fmla="val 13333"/>
            </a:avLst>
          </a:prstGeom>
          <a:solidFill>
            <a:srgbClr val="1C21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46304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@workspace explícame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qué hace este script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3591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</a:rPr>
              <a:t>Este script analiza señales de vibración. Primero genera ruido sintético, luego aplica un filtro de media móvil y calcula métricas estadísticas...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4224528"/>
            <a:ext cx="42062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2245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Describir lo que se va a compilar…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(Ctrl+I) — edición directa en el código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66928"/>
          </a:xfrm>
          <a:prstGeom prst="rect">
            <a:avLst/>
          </a:prstGeom>
          <a:solidFill>
            <a:srgbClr val="0C22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💡  El Chat abre un panel lateral. El Inline abre una cajita flotante directamente encima del código seleccionado — editas sin salir del editor.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739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7190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Selecciona el código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Una función, un bloque, las líneas que quieras editar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14016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2468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Pulsa Ctrl+I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74320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Se abre una cajita flotante justo encima del código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2186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Escribe la instrucción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4930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'Añade comentarios' · 'Refactoriza esto' · 'Traduce a Python'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23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" y="39684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Acepta o rechaza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424281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Ves el diff en verde/rojo · un clic aplica el cambio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C22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Consejo: usa el Chat para tareas grandes y el Inline para retoques rápidos sobre código concreto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escribir buenos prompts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Cuanto más contexto das, mejor responde Copilot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023360" cy="329184"/>
          </a:xfrm>
          <a:prstGeom prst="rect">
            <a:avLst/>
          </a:prstGeom>
          <a:solidFill>
            <a:srgbClr val="2A1010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✗  Vago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"arregla esto"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98448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298448"/>
            <a:ext cx="4251960" cy="329184"/>
          </a:xfrm>
          <a:prstGeom prst="rect">
            <a:avLst/>
          </a:prstGeom>
          <a:solidFill>
            <a:srgbClr val="0C2A1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984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 Con contexto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D9E5"/>
                </a:solidFill>
              </a:rPr>
              <a:t>"Este código da el error 'index out of range' en la línea 23. ¿Por qué ocurre y cómo lo soluciono?"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87168"/>
            <a:ext cx="4023360" cy="329184"/>
          </a:xfrm>
          <a:prstGeom prst="rect">
            <a:avLst/>
          </a:prstGeom>
          <a:solidFill>
            <a:srgbClr val="2A1010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871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✗  Vago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712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"traduce"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487168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487168"/>
            <a:ext cx="4251960" cy="329184"/>
          </a:xfrm>
          <a:prstGeom prst="rect">
            <a:avLst/>
          </a:prstGeom>
          <a:solidFill>
            <a:srgbClr val="0C2A1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4871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 Con contexto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834640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D9E5"/>
                </a:solidFill>
              </a:rPr>
              <a:t>"Traduce esta función de MATLAB a Python 3. Mantén los mismos comentarios y usa numpy donde sea equivalente."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75888"/>
            <a:ext cx="40233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75888"/>
            <a:ext cx="4023360" cy="329184"/>
          </a:xfrm>
          <a:prstGeom prst="rect">
            <a:avLst/>
          </a:prstGeom>
          <a:solidFill>
            <a:srgbClr val="2A1010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7588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✗  Vago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5993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"documenta"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675888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675888"/>
            <a:ext cx="4251960" cy="329184"/>
          </a:xfrm>
          <a:prstGeom prst="rect">
            <a:avLst/>
          </a:prstGeom>
          <a:solidFill>
            <a:srgbClr val="0C2A1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758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 Con contexto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023360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D9E5"/>
                </a:solidFill>
              </a:rPr>
              <a:t>"Añade docstrings en español a todas las funciones de este archivo explicando parámetros y retorno."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en Visual Studio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solidFill>
            <a:srgbClr val="1A1200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Sí, puedes ejecutar y editar MATLAB directamente en VS Code — y usar Copilot para escribir código .m sin salir del editor.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18488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2821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6733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Instala la extensión "MATLAB"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9476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Busca 'MATLAB' en el Marketplace de VS Code (MathWorks oficial)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68296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7802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78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" y="2423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Conecta tu instalación de MATLAB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6974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VS Code detecta MATLAB automáticamente si está instalado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278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27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4128" y="31729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Abre un fichero .m y ejecuta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44728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Botón ▶ o F5 — la salida aparece en el terminal integrado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67912"/>
            <a:ext cx="85039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7764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24128" y="39227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Usa Copilot para escribir .m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419709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Chat: 'Escribe una función MATLAB que calcule la FFT de una señal'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Copilot traduce MATLAB a Python  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8B3E03"/>
          </a:solidFill>
          <a:ln w="12700">
            <a:solidFill>
              <a:srgbClr val="8B3E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script.m  (MATLAB)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02336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calcMedia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
</a:t>
            </a:r>
            <a:pPr indent="0" marL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Calcula la media
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length(data);
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sum(data)/n;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fprintf(</a:t>
            </a:r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'Media: %.4f\n'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result);
</a:t>
            </a:r>
            <a:pPr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560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9F27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9F27"/>
                </a:solidFill>
              </a:rPr>
              <a:t>Copilot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914400"/>
            <a:ext cx="356616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914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script.py  (Python)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57800" y="1298448"/>
            <a:ext cx="3566160" cy="3520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389888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calc_media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(data):
</a:t>
            </a:r>
            <a:pPr indent="0" marL="0">
              <a:buNone/>
            </a:pPr>
            <a:r>
              <a:rPr lang="en-US" sz="120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Calcula la media
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
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</a:t>
            </a:r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(data)/n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print(f'Media:</a:t>
            </a:r>
            <a:pPr indent="0" marL="0"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{result:.4f}'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 y qué es GitHub?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5029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🌿  Git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Vive en tu ordenador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42062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Registra cada cambio en tu código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Puedes volver a cualquier versión anterior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Trabaja offline, sin internet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Como el historial de cambios de Word, pero para código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🐙  GitHub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Vive en la nube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8745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Guarda tu código online (backup)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Permite colaborar con otros investigadores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Tus scripts accesibles desde cualquier sitio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·  Como Google Drive, pero para código con historial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1A1040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371F7"/>
                </a:solidFill>
              </a:rPr>
              <a:t>Resumen: Git = control de versiones local · GitHub = Git en la nube + colaboración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Crear un repositorio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971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● ● 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Ve a github.com → botón verde 'New repository'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7556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Ponle nombre, hazlo público o privado → 'Create repository'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1396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5237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 tu ordenador, dentro de la carpeta del proyecto: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907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                          # Inicializa Git en esta carpeta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https://github.com/TU_USUARIO/TU_REPO.git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4069080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</a:rPr>
              <a:t>💡  Copilot puede ayudarte: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3251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"¿Cuál es el comando para inicializar un repositorio Git y conectarlo a GitHub?"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Guardar cambios: add + commit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Cada commit es una fotografía de tu código en ese momento — puedes volver a ella cuando quieras.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85039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● ● 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709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script_matlab.m          # Añade UN fichero al commit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939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                       # Añade TODOS los cambios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478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8620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'feat: añade análisis de vibración'   # Guarda el commit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850392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749040"/>
            <a:ext cx="64008" cy="118872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039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71F7"/>
                </a:solidFill>
              </a:rPr>
              <a:t>🤖  Deja que Copilot escriba el mensaje de commit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D9E5"/>
                </a:solidFill>
              </a:rPr>
              <a:t>Pregunta en el Chat: "Escribe un mensaje de commit para los cambios que acabo de hacer"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Copilot leerá tus ficheros y generará algo como: "feat: añade filtro media móvil y métricas RMS"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Subir, descargar y clonar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09728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Sube tus commits a GitHub (tu copia local → la nube)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85039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67712"/>
            <a:ext cx="6400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432304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0592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Descarga cambios de GitHub a tu ordenador (la nube → local)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529584"/>
            <a:ext cx="85039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29584"/>
            <a:ext cx="64008" cy="10972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694176"/>
            <a:ext cx="6583680" cy="384048"/>
          </a:xfrm>
          <a:prstGeom prst="roundRect">
            <a:avLst>
              <a:gd name="adj" fmla="val 1190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12464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https://github.com/USUARIO/REPO.git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Descarga un repo entero por primera vez a tu ordenador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1A1040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71F7"/>
                </a:solidFill>
              </a:rPr>
              <a:t>Flujo diario: haz cambios → git add . → git commit -m '...' → git push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Docker?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0C2A1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82296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9E5"/>
                </a:solidFill>
              </a:rPr>
              <a:t>🐳  Analogía: Docker es como una "fiambrera" que contiene tu código, las librerías, la versión de Python — todo. Donde la abras, funciona exactamente igual.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206240" cy="43891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373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Sin Docker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20624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042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'En mi máquina funciona...'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98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Dependencias distintas entre equipos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El revisor no puede ejecutar tu código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087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</a:rPr>
              <a:t>✗  Horas reinstalando librerías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420624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373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</a:rPr>
              <a:t>Con Docker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420624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042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Mismo entorno en cualquier máquina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898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requirements.txt + Dockerfile = reproducible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493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El revisor ejecuta con un comando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087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</a:rPr>
              <a:t>✓  Ciencia reproducible real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 el Dockerfile por 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0C2A1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</a:rPr>
              <a:t>Tú escribes en el Chat: "Genera un Dockerfile para ejecutar script_python.py con Python 3.11 y las librerías que necesite"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64208"/>
            <a:ext cx="85039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● ● 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459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8437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3227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3995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43799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4764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8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"script_python.py"]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Para ejecutar:  docker compose up   ·   El entorno arranca en segundos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 — todo junto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  Abre VS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Tu proyecto ya clonado o carpeta nueva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100584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  Escribe con Copilot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55448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Chat: pide código .m o .py en lenguaje natural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35624" y="100584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5624" y="1005840"/>
            <a:ext cx="274320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  Ejecuta y ajusta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155448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F5 para MATLAB · Copilot corrige errores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743200" cy="457200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  Commit con Git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Copilot escribe el mensaje · git add . &amp;&amp; git commit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27832" y="292608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2926080"/>
            <a:ext cx="2743200" cy="4572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  Push a GitHub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4747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git push — tu código en la nube, seguro y compartible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35624" y="2926080"/>
            <a:ext cx="2743200" cy="1664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292608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6  Docker para compartir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34747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</a:rPr>
              <a:t>Cualquier colega ejecuta con docker compose up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¡Ahora vosotros! — Práctica guiada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Elige al menos UNA tarea. Usa tu propio código o los ejemplos del repo: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389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Pide a Copilot que explique un script tuyo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72821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Abre el Chat y escribe: '@workspace explícame qué hace este script'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5000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2585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Traduce de MATLAB o R a 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59689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Selecciona el código y pide: 'Traduce esto a Python manteniendo los comentarios'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1868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4128" y="31272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Haz tu primer commit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4655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git add . → Copilot escribe el mensaje → git commit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8736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39959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Pide un Dockerfile para tu script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3342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Chat: 'Genera un Dockerfile para ejecutar este script con Python 3.11'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💡  Si te atascas, llámame. Si encuentras algo interesante, compártelo con el grupo.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preguntas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0149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Documentación Copilot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07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docs.github.com/en/copilot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28216"/>
            <a:ext cx="85039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2821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Education (gratis para investigadores)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756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education.github.com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85039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5511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MATLAB en VS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437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marketplace.visualstudio.com → busca 'MATLAB'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64408"/>
            <a:ext cx="85039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644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3192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para ciencia reproducible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docs.docker.com/guides/use-case/jupyter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032504"/>
            <a:ext cx="85039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3250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0873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Este repositorio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3799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github.com/TU_USUARIO/copilot-para-investigadores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754880"/>
            <a:ext cx="8503920" cy="347472"/>
          </a:xfrm>
          <a:prstGeom prst="rect">
            <a:avLst/>
          </a:prstGeom>
          <a:solidFill>
            <a:srgbClr val="1158B0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¿Preguntas? · El repo tiene TODO: guion, prompts, ejemplos y este PowerPoint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para Investigadores</dc:title>
  <dc:subject>PptxGenJS Presentation</dc:subject>
  <dc:creator>PptxGenJS</dc:creator>
  <cp:lastModifiedBy>PptxGenJS</cp:lastModifiedBy>
  <cp:revision>1</cp:revision>
  <dcterms:created xsi:type="dcterms:W3CDTF">2026-05-06T17:37:47Z</dcterms:created>
  <dcterms:modified xsi:type="dcterms:W3CDTF">2026-05-06T17:37:47Z</dcterms:modified>
</cp:coreProperties>
</file>